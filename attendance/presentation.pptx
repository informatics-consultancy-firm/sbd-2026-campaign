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7332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111932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827326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978982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58282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4032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8037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973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9927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C27C93-E1C7-C1F9-9FB8-199B9576C4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DE0EC6-CDB0-B5BC-2426-EADE05A5F6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64ED2-3668-BDDC-48CB-522FB3662F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FD5A2-C712-B525-970F-390D436445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A22C4B-4985-D8AD-C6D6-FBDA42910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5CC1AA-1D22-0D31-7EB6-08A7392992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5414DE-325B-FD3C-8A08-EC19F04357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00291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134430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407918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73559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07835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1987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87187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68570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39660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8713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40013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10936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69791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931961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7738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670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13480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7787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64133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52092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28483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45168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66183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04285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198877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4150986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114251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0096763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393086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2481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419395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1660583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045263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39586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22405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257196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7007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228893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57184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766676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08785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30001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9346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984985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500388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22582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76111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03594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0218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485303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56335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47877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7053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54567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55762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16257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38247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17986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80071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96427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337755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196897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541068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894673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194995" y="2374725"/>
            <a:ext cx="9144000" cy="220510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 b="1">
                <a:latin typeface="Arial Black"/>
                <a:ea typeface="Arial Black"/>
                <a:cs typeface="Arial Black"/>
              </a:rPr>
              <a:t>SCHOOL BASED DISTRIBUTION 2026</a:t>
            </a:r>
            <a:endParaRPr b="1">
              <a:latin typeface="Arial Black"/>
              <a:cs typeface="Arial Black"/>
            </a:endParaRPr>
          </a:p>
        </p:txBody>
      </p:sp>
      <p:sp>
        <p:nvSpPr>
          <p:cNvPr id="156441121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132561" y="5010410"/>
            <a:ext cx="9144000" cy="7045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/>
              <a:t>ATTENDANCE TAB</a:t>
            </a:r>
            <a:endParaRPr sz="2800" b="1"/>
          </a:p>
        </p:txBody>
      </p:sp>
      <p:pic>
        <p:nvPicPr>
          <p:cNvPr id="12720904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23594" y="186063"/>
            <a:ext cx="4295774" cy="2266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642219" name="Title 1"/>
          <p:cNvSpPr>
            <a:spLocks noGrp="1"/>
          </p:cNvSpPr>
          <p:nvPr>
            <p:ph type="title"/>
          </p:nvPr>
        </p:nvSpPr>
        <p:spPr bwMode="auto">
          <a:xfrm>
            <a:off x="955631" y="169405"/>
            <a:ext cx="10515600" cy="1325562"/>
          </a:xfrm>
        </p:spPr>
        <p:txBody>
          <a:bodyPr/>
          <a:lstStyle/>
          <a:p>
            <a:pPr algn="ctr">
              <a:defRPr/>
            </a:pPr>
            <a:r>
              <a:rPr>
                <a:latin typeface="Arial Black"/>
                <a:ea typeface="Arial Black"/>
                <a:cs typeface="Arial Black"/>
              </a:rPr>
              <a:t>STEP 1 and STEP 2</a:t>
            </a:r>
            <a:endParaRPr>
              <a:latin typeface="Arial Black"/>
              <a:cs typeface="Arial Black"/>
            </a:endParaRPr>
          </a:p>
        </p:txBody>
      </p:sp>
      <p:pic>
        <p:nvPicPr>
          <p:cNvPr id="141755821" name=""/>
          <p:cNvPicPr>
            <a:picLocks noChangeAspect="1"/>
          </p:cNvPicPr>
          <p:nvPr>
            <p:ph sz="half" idx="1"/>
          </p:nvPr>
        </p:nvPicPr>
        <p:blipFill rotWithShape="1">
          <a:blip r:embed="rId3"/>
          <a:srcRect l="33960" t="0" r="35066" b="0"/>
          <a:stretch/>
        </p:blipFill>
        <p:spPr bwMode="auto">
          <a:xfrm rot="0" flipH="0" flipV="0">
            <a:off x="2571780" y="1359280"/>
            <a:ext cx="3209794" cy="5505449"/>
          </a:xfrm>
          <a:prstGeom prst="rect">
            <a:avLst/>
          </a:prstGeom>
        </p:spPr>
      </p:pic>
      <p:sp>
        <p:nvSpPr>
          <p:cNvPr id="459954231" name=""/>
          <p:cNvSpPr txBox="1"/>
          <p:nvPr/>
        </p:nvSpPr>
        <p:spPr bwMode="auto">
          <a:xfrm rot="0" flipH="0" flipV="0">
            <a:off x="540037" y="3552190"/>
            <a:ext cx="1967583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/>
              <a:t>Click Attendance</a:t>
            </a:r>
            <a:endParaRPr sz="2200"/>
          </a:p>
          <a:p>
            <a:pPr algn="ctr">
              <a:defRPr/>
            </a:pP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endParaRPr sz="2200"/>
          </a:p>
          <a:p>
            <a:pPr algn="ctr">
              <a:defRPr/>
            </a:pPr>
            <a:endParaRPr sz="2200"/>
          </a:p>
        </p:txBody>
      </p:sp>
      <p:pic>
        <p:nvPicPr>
          <p:cNvPr id="1150085797" name=""/>
          <p:cNvPicPr>
            <a:picLocks noChangeAspect="1"/>
          </p:cNvPicPr>
          <p:nvPr>
            <p:ph sz="half" idx="2"/>
          </p:nvPr>
        </p:nvPicPr>
        <p:blipFill rotWithShape="1">
          <a:blip r:embed="rId4"/>
          <a:srcRect l="34514" t="0" r="35771" b="4543"/>
          <a:stretch/>
        </p:blipFill>
        <p:spPr bwMode="auto">
          <a:xfrm rot="0" flipH="0" flipV="0">
            <a:off x="5859862" y="1359280"/>
            <a:ext cx="3092362" cy="5277598"/>
          </a:xfrm>
          <a:prstGeom prst="rect">
            <a:avLst/>
          </a:prstGeom>
        </p:spPr>
      </p:pic>
      <p:sp>
        <p:nvSpPr>
          <p:cNvPr id="492035441" name=""/>
          <p:cNvSpPr txBox="1"/>
          <p:nvPr/>
        </p:nvSpPr>
        <p:spPr bwMode="auto">
          <a:xfrm rot="0" flipH="0" flipV="0">
            <a:off x="9029631" y="4175342"/>
            <a:ext cx="1721173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0"/>
              <a:t>input password</a:t>
            </a:r>
            <a:endParaRPr b="1"/>
          </a:p>
          <a:p>
            <a:pPr algn="ctr">
              <a:defRPr/>
            </a:pPr>
            <a:endParaRPr/>
          </a:p>
        </p:txBody>
      </p:sp>
      <p:sp>
        <p:nvSpPr>
          <p:cNvPr id="1425936233" name=""/>
          <p:cNvSpPr/>
          <p:nvPr/>
        </p:nvSpPr>
        <p:spPr bwMode="auto">
          <a:xfrm rot="10799990" flipH="0" flipV="0">
            <a:off x="8134008" y="4280646"/>
            <a:ext cx="829625" cy="10346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82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b="1"/>
              <a:t>STEP 3</a:t>
            </a:r>
            <a:endParaRPr b="1"/>
          </a:p>
        </p:txBody>
      </p:sp>
      <p:pic>
        <p:nvPicPr>
          <p:cNvPr id="54194536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1162602" y="1769826"/>
            <a:ext cx="9720315" cy="5163917"/>
          </a:xfrm>
          <a:prstGeom prst="rect">
            <a:avLst/>
          </a:prstGeom>
        </p:spPr>
      </p:pic>
      <p:sp>
        <p:nvSpPr>
          <p:cNvPr id="1674622111" name=""/>
          <p:cNvSpPr txBox="1"/>
          <p:nvPr/>
        </p:nvSpPr>
        <p:spPr bwMode="auto">
          <a:xfrm rot="0" flipH="0" flipV="0">
            <a:off x="1514896" y="2844451"/>
            <a:ext cx="185604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Click on Add Team </a:t>
            </a:r>
            <a:r>
              <a:rPr b="1"/>
              <a:t>Member</a:t>
            </a:r>
            <a:endParaRPr b="1"/>
          </a:p>
        </p:txBody>
      </p:sp>
      <p:sp>
        <p:nvSpPr>
          <p:cNvPr id="1921376168" name=""/>
          <p:cNvSpPr/>
          <p:nvPr/>
        </p:nvSpPr>
        <p:spPr bwMode="auto">
          <a:xfrm rot="0" flipH="0" flipV="0">
            <a:off x="3485136" y="2935786"/>
            <a:ext cx="1252602" cy="16962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3011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5482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b="1"/>
              <a:t>STEP 4 &amp; 5</a:t>
            </a:r>
            <a:endParaRPr b="1"/>
          </a:p>
        </p:txBody>
      </p:sp>
      <p:pic>
        <p:nvPicPr>
          <p:cNvPr id="1715587936" name=""/>
          <p:cNvPicPr>
            <a:picLocks noChangeAspect="1"/>
          </p:cNvPicPr>
          <p:nvPr>
            <p:ph sz="half" idx="1"/>
          </p:nvPr>
        </p:nvPicPr>
        <p:blipFill rotWithShape="1">
          <a:blip r:embed="rId3"/>
          <a:srcRect l="36478" t="5027" r="35066" b="0"/>
          <a:stretch/>
        </p:blipFill>
        <p:spPr bwMode="auto">
          <a:xfrm rot="0" flipH="0" flipV="0">
            <a:off x="1988787" y="1098650"/>
            <a:ext cx="3244773" cy="5491409"/>
          </a:xfrm>
          <a:prstGeom prst="rect">
            <a:avLst/>
          </a:prstGeom>
        </p:spPr>
      </p:pic>
      <p:pic>
        <p:nvPicPr>
          <p:cNvPr id="1897223160" name=""/>
          <p:cNvPicPr>
            <a:picLocks noChangeAspect="1"/>
          </p:cNvPicPr>
          <p:nvPr>
            <p:ph sz="half" idx="2"/>
          </p:nvPr>
        </p:nvPicPr>
        <p:blipFill rotWithShape="1">
          <a:blip r:embed="rId4"/>
          <a:srcRect l="34765" t="4971" r="35268" b="-4971"/>
          <a:stretch/>
        </p:blipFill>
        <p:spPr bwMode="auto">
          <a:xfrm rot="0" flipH="0" flipV="0">
            <a:off x="6199109" y="1098650"/>
            <a:ext cx="3327225" cy="5475738"/>
          </a:xfrm>
          <a:prstGeom prst="rect">
            <a:avLst/>
          </a:prstGeom>
        </p:spPr>
      </p:pic>
      <p:sp>
        <p:nvSpPr>
          <p:cNvPr id="1002983885" name=""/>
          <p:cNvSpPr txBox="1"/>
          <p:nvPr/>
        </p:nvSpPr>
        <p:spPr bwMode="auto">
          <a:xfrm rot="0" flipH="0" flipV="0">
            <a:off x="2336917" y="4867518"/>
            <a:ext cx="1800542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/>
              <a:t>Enter Team </a:t>
            </a:r>
            <a:r>
              <a:rPr b="1"/>
              <a:t>Member </a:t>
            </a:r>
            <a:r>
              <a:rPr b="1"/>
              <a:t>details</a:t>
            </a:r>
            <a:endParaRPr b="1"/>
          </a:p>
        </p:txBody>
      </p:sp>
      <p:sp>
        <p:nvSpPr>
          <p:cNvPr id="1594969737" name=""/>
          <p:cNvSpPr txBox="1"/>
          <p:nvPr/>
        </p:nvSpPr>
        <p:spPr bwMode="auto">
          <a:xfrm rot="0" flipH="0" flipV="0">
            <a:off x="9761198" y="4253630"/>
            <a:ext cx="159476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/>
              <a:t>Click Add to Team</a:t>
            </a:r>
            <a:endParaRPr b="1"/>
          </a:p>
        </p:txBody>
      </p:sp>
      <p:sp>
        <p:nvSpPr>
          <p:cNvPr id="2125583126" name=""/>
          <p:cNvSpPr/>
          <p:nvPr/>
        </p:nvSpPr>
        <p:spPr bwMode="auto">
          <a:xfrm rot="7896401" flipH="0" flipV="0">
            <a:off x="9060413" y="5311434"/>
            <a:ext cx="1564880" cy="16962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8550150" name=""/>
          <p:cNvSpPr/>
          <p:nvPr/>
        </p:nvSpPr>
        <p:spPr bwMode="auto">
          <a:xfrm rot="2677592" flipH="0" flipV="0">
            <a:off x="1000586" y="5807998"/>
            <a:ext cx="1254414" cy="16962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76161266" name=""/>
          <p:cNvCxnSpPr/>
          <p:nvPr/>
        </p:nvCxnSpPr>
        <p:spPr bwMode="auto">
          <a:xfrm flipH="1" flipV="0">
            <a:off x="9382808" y="4932123"/>
            <a:ext cx="848116" cy="106993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629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52213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b="1"/>
              <a:t>STEP 6</a:t>
            </a:r>
            <a:endParaRPr/>
          </a:p>
        </p:txBody>
      </p:sp>
      <p:pic>
        <p:nvPicPr>
          <p:cNvPr id="128412720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-76951" y="1355898"/>
            <a:ext cx="10896675" cy="5522194"/>
          </a:xfrm>
          <a:prstGeom prst="rect">
            <a:avLst/>
          </a:prstGeom>
        </p:spPr>
      </p:pic>
      <p:sp>
        <p:nvSpPr>
          <p:cNvPr id="2057955292" name=""/>
          <p:cNvSpPr txBox="1"/>
          <p:nvPr/>
        </p:nvSpPr>
        <p:spPr bwMode="auto">
          <a:xfrm rot="0" flipH="0" flipV="0">
            <a:off x="979931" y="3045836"/>
            <a:ext cx="2268006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/>
              <a:t>Click Sign In</a:t>
            </a:r>
            <a:endParaRPr b="1"/>
          </a:p>
          <a:p>
            <a:pPr algn="ctr">
              <a:defRPr/>
            </a:pPr>
            <a:endParaRPr b="1"/>
          </a:p>
          <a:p>
            <a:pPr algn="ctr">
              <a:defRPr/>
            </a:pPr>
            <a:endParaRPr b="1"/>
          </a:p>
        </p:txBody>
      </p:sp>
      <p:sp>
        <p:nvSpPr>
          <p:cNvPr id="766124345" name=""/>
          <p:cNvSpPr/>
          <p:nvPr/>
        </p:nvSpPr>
        <p:spPr bwMode="auto">
          <a:xfrm rot="0" flipH="0" flipV="0">
            <a:off x="2963219" y="3144554"/>
            <a:ext cx="1043835" cy="16962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180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678710"/>
          </a:xfrm>
        </p:spPr>
        <p:txBody>
          <a:bodyPr/>
          <a:lstStyle/>
          <a:p>
            <a:pPr algn="ctr">
              <a:defRPr/>
            </a:pPr>
            <a:r>
              <a:rPr b="1"/>
              <a:t>STEP 7</a:t>
            </a:r>
            <a:endParaRPr b="1"/>
          </a:p>
        </p:txBody>
      </p:sp>
      <p:pic>
        <p:nvPicPr>
          <p:cNvPr id="164884396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490316" y="1317842"/>
            <a:ext cx="10863483" cy="5545376"/>
          </a:xfrm>
          <a:prstGeom prst="rect">
            <a:avLst/>
          </a:prstGeom>
        </p:spPr>
      </p:pic>
      <p:sp>
        <p:nvSpPr>
          <p:cNvPr id="966246542" name=""/>
          <p:cNvSpPr txBox="1"/>
          <p:nvPr/>
        </p:nvSpPr>
        <p:spPr bwMode="auto">
          <a:xfrm rot="0" flipH="0" flipV="0">
            <a:off x="2310821" y="3066266"/>
            <a:ext cx="205168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Staff Login display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310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652614"/>
          </a:xfrm>
        </p:spPr>
        <p:txBody>
          <a:bodyPr/>
          <a:lstStyle/>
          <a:p>
            <a:pPr algn="ctr">
              <a:defRPr/>
            </a:pPr>
            <a:r>
              <a:rPr b="1"/>
              <a:t>STEP 8</a:t>
            </a:r>
            <a:endParaRPr/>
          </a:p>
        </p:txBody>
      </p:sp>
      <p:pic>
        <p:nvPicPr>
          <p:cNvPr id="61336430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846889" y="1825624"/>
            <a:ext cx="8498220" cy="4351338"/>
          </a:xfrm>
          <a:prstGeom prst="rect">
            <a:avLst/>
          </a:prstGeom>
        </p:spPr>
      </p:pic>
      <p:sp>
        <p:nvSpPr>
          <p:cNvPr id="1522612681" name=""/>
          <p:cNvSpPr txBox="1"/>
          <p:nvPr/>
        </p:nvSpPr>
        <p:spPr bwMode="auto">
          <a:xfrm rot="0" flipH="0" flipV="0">
            <a:off x="1977368" y="3236352"/>
            <a:ext cx="256974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Click Sign Out</a:t>
            </a:r>
            <a:endParaRPr/>
          </a:p>
        </p:txBody>
      </p:sp>
      <p:sp>
        <p:nvSpPr>
          <p:cNvPr id="1388893077" name=""/>
          <p:cNvSpPr/>
          <p:nvPr/>
        </p:nvSpPr>
        <p:spPr bwMode="auto">
          <a:xfrm rot="0" flipH="0" flipV="0">
            <a:off x="4281061" y="3360853"/>
            <a:ext cx="665444" cy="175138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1028286" name=""/>
          <p:cNvSpPr/>
          <p:nvPr/>
        </p:nvSpPr>
        <p:spPr bwMode="auto">
          <a:xfrm rot="0" flipH="0" flipV="0">
            <a:off x="4568116" y="3470753"/>
            <a:ext cx="287054" cy="104383"/>
          </a:xfrm>
          <a:prstGeom prst="rightArrow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073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b="1"/>
              <a:t>STEP 9</a:t>
            </a:r>
            <a:endParaRPr b="1"/>
          </a:p>
        </p:txBody>
      </p:sp>
      <p:pic>
        <p:nvPicPr>
          <p:cNvPr id="133619363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844361" y="1825624"/>
            <a:ext cx="8503276" cy="4351338"/>
          </a:xfrm>
          <a:prstGeom prst="rect">
            <a:avLst/>
          </a:prstGeom>
        </p:spPr>
      </p:pic>
      <p:sp>
        <p:nvSpPr>
          <p:cNvPr id="1103608203" name=""/>
          <p:cNvSpPr txBox="1"/>
          <p:nvPr/>
        </p:nvSpPr>
        <p:spPr bwMode="auto">
          <a:xfrm rot="0" flipH="0" flipV="0">
            <a:off x="4892347" y="3950139"/>
            <a:ext cx="229300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Staff sign out display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2026-05-18T15:50:42Z</dcterms:modified>
</cp:coreProperties>
</file>